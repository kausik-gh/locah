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70" kern="0" dirty="0">
                <a:solidFill>
                  <a:srgbClr val="8B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2026 — NATIONAL AI INNOVATION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55448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700" i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business shouldn’t need a developer, five different apps, and ₹20,000 — just to go digital.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LOCAH</a:t>
            </a:r>
            <a:endParaRPr lang="en-US" sz="7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4370832"/>
            <a:ext cx="9082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business. One identity. Everything it needs to go digital, operate and grow.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263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Think Tank  ·  submission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digital, the hard way.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small business actually goes through just to get online — today.</a:t>
            </a:r>
            <a:endParaRPr lang="en-US" sz="1450" dirty="0"/>
          </a:p>
        </p:txBody>
      </p:sp>
      <p:pic>
        <p:nvPicPr>
          <p:cNvPr id="5" name="Image 0" descr="/tmp/locah_deck/assets_v2/e1_fra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3131" y="2148840"/>
            <a:ext cx="8565434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058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70" kern="0" dirty="0">
                <a:solidFill>
                  <a:srgbClr val="8B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874520"/>
            <a:ext cx="98142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i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were selling them a website — when what they actually needed was a digital business.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977640"/>
            <a:ext cx="8351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boring problem. A massive surface area. Millions of small businesses hit the same wall, every single day. We’re not trying to solve everything — we’re solving the first layer, properly.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LOCAH ACTUALLY PROVIDES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website. Not an app. A layer businesses build on.</a:t>
            </a:r>
            <a:endParaRPr lang="en-US" sz="3200" dirty="0"/>
          </a:p>
        </p:txBody>
      </p:sp>
      <p:pic>
        <p:nvPicPr>
          <p:cNvPr id="4" name="Image 0" descr="/tmp/locah_deck/assets_v2/e2_identity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817" y="1828800"/>
            <a:ext cx="5416062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identity. Three surfaces.</a:t>
            </a:r>
            <a:endParaRPr lang="en-US" sz="3200" dirty="0"/>
          </a:p>
        </p:txBody>
      </p:sp>
      <p:pic>
        <p:nvPicPr>
          <p:cNvPr id="4" name="Image 0" descr="/tmp/locah_deck/assets_v2/e3_three_surf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440" y="1828800"/>
            <a:ext cx="8306816" cy="3337560"/>
          </a:xfrm>
          <a:prstGeom prst="rect">
            <a:avLst/>
          </a:prstGeom>
        </p:spPr>
      </p:pic>
      <p:pic>
        <p:nvPicPr>
          <p:cNvPr id="5" name="Image 1" descr="/tmp/locah_deck/assets_v2/e3b_business_ty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63" y="5276088"/>
            <a:ext cx="7598369" cy="1051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638251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 is configuration — not a separate application.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Locah what your business does.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turns that into a working digital business — in minutes, not weeks.</a:t>
            </a:r>
            <a:endParaRPr lang="en-US" sz="1450" dirty="0"/>
          </a:p>
        </p:txBody>
      </p:sp>
      <p:pic>
        <p:nvPicPr>
          <p:cNvPr id="5" name="Image 0" descr="/tmp/locah_deck/assets_v2/e4_onboarding_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76" y="2331720"/>
            <a:ext cx="10753344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ACTUALLY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configures a real system — it doesn’t invent one.</a:t>
            </a:r>
            <a:endParaRPr lang="en-US" sz="3000" dirty="0"/>
          </a:p>
        </p:txBody>
      </p:sp>
      <p:pic>
        <p:nvPicPr>
          <p:cNvPr id="4" name="Image 0" descr="/tmp/locah_deck/assets_v2/e5_ai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39" y="1874520"/>
            <a:ext cx="9854817" cy="2331720"/>
          </a:xfrm>
          <a:prstGeom prst="rect">
            <a:avLst/>
          </a:prstGeom>
        </p:spPr>
      </p:pic>
      <p:pic>
        <p:nvPicPr>
          <p:cNvPr id="5" name="Image 1" descr="/tmp/locah_deck/assets_v2/e6_edit_like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582" y="4297680"/>
            <a:ext cx="8580532" cy="1417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57881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website is editable like a document — not maintained like software.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within a website.</a:t>
            </a:r>
            <a:endParaRPr lang="en-US" sz="3200" dirty="0"/>
          </a:p>
        </p:txBody>
      </p:sp>
      <p:pic>
        <p:nvPicPr>
          <p:cNvPr id="4" name="Image 0" descr="/tmp/locah_deck/assets_v2/e7_two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652" y="1828800"/>
            <a:ext cx="9524390" cy="4251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Merchant-owned traffic stays merchant-owned.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becomes consumer choice.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privilege scales with density:</a:t>
            </a:r>
            <a:endParaRPr lang="en-US" sz="1250" dirty="0"/>
          </a:p>
        </p:txBody>
      </p:sp>
      <p:pic>
        <p:nvPicPr>
          <p:cNvPr id="5" name="Image 0" descr="/tmp/locah_deck/assets_v2/e8_privileg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0520"/>
            <a:ext cx="10820095" cy="169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GROWTH IS FREE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merchant becomes a distribution channel.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have to buy every customer. The businesses already have them.</a:t>
            </a:r>
            <a:endParaRPr lang="en-US" sz="1450" dirty="0"/>
          </a:p>
        </p:txBody>
      </p:sp>
      <p:pic>
        <p:nvPicPr>
          <p:cNvPr id="5" name="Image 0" descr="/tmp/locah_deck/assets_v2/e9_growth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10820095" cy="33562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buy software you don’t need.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Switch on what you need. Pay for what you use.</a:t>
            </a:r>
            <a:endParaRPr lang="en-US" sz="1450" dirty="0"/>
          </a:p>
        </p:txBody>
      </p:sp>
      <p:pic>
        <p:nvPicPr>
          <p:cNvPr id="5" name="Image 0" descr="/tmp/locah_deck/assets_v2/e10_pricing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232" y="2286000"/>
            <a:ext cx="958123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Surfaces on top. One kernel underneath.</a:t>
            </a:r>
            <a:endParaRPr lang="en-US" sz="3200" dirty="0"/>
          </a:p>
        </p:txBody>
      </p:sp>
      <p:pic>
        <p:nvPicPr>
          <p:cNvPr id="4" name="Image 0" descr="/tmp/locah_deck/assets_v2/e1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066" y="1783080"/>
            <a:ext cx="9407562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GOVERNED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cannot bypass platform permissions.</a:t>
            </a:r>
            <a:endParaRPr lang="en-US" sz="3000" dirty="0"/>
          </a:p>
        </p:txBody>
      </p:sp>
      <p:pic>
        <p:nvPicPr>
          <p:cNvPr id="4" name="Image 0" descr="/tmp/locah_deck/assets_v2/e12_ai_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353" y="1874520"/>
            <a:ext cx="9282989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4224528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31596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action is scoped to one business — it cannot read another business’s data.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4681728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77316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is explicitly configured per AI employee — entitlement alone authorizes nothing.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138928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23036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written to an audit record. Financial or sensitive actions require approval.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EXPANDS — FUTURE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first. Then their demand. Then the network coordinates it.</a:t>
            </a:r>
            <a:endParaRPr lang="en-US" sz="2700" dirty="0"/>
          </a:p>
        </p:txBody>
      </p:sp>
      <p:pic>
        <p:nvPicPr>
          <p:cNvPr id="4" name="Image 0" descr="/tmp/locah_deck/assets_v2/e13_supply_pro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308" y="1783080"/>
            <a:ext cx="864108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998464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another vegetable marketplace. We are building the coordination layer between fragmented demand and fragmented supply.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Presence. Operations. Discovery. One identity.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1965960"/>
            <a:ext cx="224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spc="40" kern="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spc="40" kern="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41832" y="2651760"/>
            <a:ext cx="2174672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807208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presence.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566160"/>
            <a:ext cx="22021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operations. Not discovery.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824" y="1828800"/>
            <a:ext cx="0" cy="434340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6856" y="1965960"/>
            <a:ext cx="224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spc="40" kern="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TOOLS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46856" y="2651760"/>
            <a:ext cx="2174672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6856" y="2807208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operations.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46856" y="3566160"/>
            <a:ext cx="22021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— a different vendor for every function.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1828800"/>
            <a:ext cx="0" cy="434340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1880" y="1965960"/>
            <a:ext cx="224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spc="40" kern="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1880" y="2651760"/>
            <a:ext cx="2174672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1880" y="2807208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discovery.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3566160"/>
            <a:ext cx="22021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platform owns the customer relationship.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55735" y="1828800"/>
            <a:ext cx="2430704" cy="4343400"/>
          </a:xfrm>
          <a:prstGeom prst="rect">
            <a:avLst/>
          </a:prstGeom>
          <a:solidFill>
            <a:srgbClr val="ECEE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800871" y="1828800"/>
            <a:ext cx="0" cy="434340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6903" y="1965960"/>
            <a:ext cx="224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spc="40" kern="0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6903" y="2651760"/>
            <a:ext cx="2174672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6903" y="2807208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 + Operations + Discovery.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56903" y="3566160"/>
            <a:ext cx="22021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identity. Merchant-owned traffic. AI-assisted setup. Modular pricing.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sell exactly what freelancers already sell.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i="1" dirty="0">
                <a:solidFill>
                  <a:srgbClr val="4B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remove the price.</a:t>
            </a:r>
            <a:endParaRPr lang="en-US" sz="1450" dirty="0"/>
          </a:p>
        </p:txBody>
      </p:sp>
      <p:pic>
        <p:nvPicPr>
          <p:cNvPr id="5" name="Image 0" descr="/tmp/locah_deck/assets_v2/e15_gtm_w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174" y="2514600"/>
            <a:ext cx="10255348" cy="3703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platform. A measurable impact.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  ·  usage-based modules planned from ₹99/month  ·  Locah Supply extends the model to B2B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32688" y="3081528"/>
            <a:ext cx="54864" cy="54864"/>
          </a:xfrm>
          <a:prstGeom prst="ellipse">
            <a:avLst/>
          </a:prstGeom>
          <a:solidFill>
            <a:srgbClr val="2E3D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97180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digitisation cost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2688" y="3703320"/>
            <a:ext cx="54864" cy="54864"/>
          </a:xfrm>
          <a:prstGeom prst="ellipse">
            <a:avLst/>
          </a:prstGeom>
          <a:solidFill>
            <a:srgbClr val="2E3D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5935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sales channel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4325112"/>
            <a:ext cx="54864" cy="54864"/>
          </a:xfrm>
          <a:prstGeom prst="ellipse">
            <a:avLst/>
          </a:prstGeom>
          <a:solidFill>
            <a:srgbClr val="2E3D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215384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software fragmentation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4946904"/>
            <a:ext cx="54864" cy="54864"/>
          </a:xfrm>
          <a:prstGeom prst="ellipse">
            <a:avLst/>
          </a:prstGeom>
          <a:solidFill>
            <a:srgbClr val="2E3D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3717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decisions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2498" y="2423160"/>
            <a:ext cx="0" cy="356616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24231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13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39386" y="3081528"/>
            <a:ext cx="54864" cy="54864"/>
          </a:xfrm>
          <a:prstGeom prst="ellipse">
            <a:avLst/>
          </a:prstGeom>
          <a:solidFill>
            <a:srgbClr val="136B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3978" y="297180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non-technical owners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39386" y="3703320"/>
            <a:ext cx="54864" cy="54864"/>
          </a:xfrm>
          <a:prstGeom prst="ellipse">
            <a:avLst/>
          </a:prstGeom>
          <a:solidFill>
            <a:srgbClr val="136B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3978" y="35935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Vernacular, voice-first interaction — planned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39386" y="4325112"/>
            <a:ext cx="54864" cy="54864"/>
          </a:xfrm>
          <a:prstGeom prst="ellipse">
            <a:avLst/>
          </a:prstGeom>
          <a:solidFill>
            <a:srgbClr val="136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3978" y="4215384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merchant presence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39386" y="4946904"/>
            <a:ext cx="54864" cy="54864"/>
          </a:xfrm>
          <a:prstGeom prst="ellipse">
            <a:avLst/>
          </a:prstGeom>
          <a:solidFill>
            <a:srgbClr val="136B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03978" y="483717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discovery for customers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99197" y="2423160"/>
            <a:ext cx="0" cy="356616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27797" y="24231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46085" y="3081528"/>
            <a:ext cx="54864" cy="54864"/>
          </a:xfrm>
          <a:prstGeom prst="ellipse">
            <a:avLst/>
          </a:prstGeom>
          <a:solidFill>
            <a:srgbClr val="8A64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10677" y="297180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46085" y="3703320"/>
            <a:ext cx="54864" cy="54864"/>
          </a:xfrm>
          <a:prstGeom prst="ellipse">
            <a:avLst/>
          </a:prstGeom>
          <a:solidFill>
            <a:srgbClr val="8A64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10677" y="35935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agricultural wastage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6085" y="4325112"/>
            <a:ext cx="54864" cy="54864"/>
          </a:xfrm>
          <a:prstGeom prst="ellipse">
            <a:avLst/>
          </a:prstGeom>
          <a:solidFill>
            <a:srgbClr val="8A64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10677" y="4215384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procurement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46085" y="4946904"/>
            <a:ext cx="54864" cy="54864"/>
          </a:xfrm>
          <a:prstGeom prst="ellipse">
            <a:avLst/>
          </a:prstGeom>
          <a:solidFill>
            <a:srgbClr val="8A642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10677" y="4837176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unnecessary trips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CURRENT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verifiably — not claimed.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745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136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313432"/>
            <a:ext cx="3103778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41448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kernel — identity, tenancy, entitlement, audit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99816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primitives — orders, bookings, invoicing, COD payment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58184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marketplace indexing foundation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16552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— 60 policies authored &amp; tested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74920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suite — 166 of 167 passing on a live hosted database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92498" y="1874520"/>
            <a:ext cx="0" cy="374904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1098" y="18745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1098" y="2313432"/>
            <a:ext cx="3103778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1098" y="2441448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workspace UI — 7 of 15 core pages, 4 of 10 module pages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4521098" y="3099816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onboarding integration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3758184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provider integration — COD live, Razorpay next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4416552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marketplace app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899197" y="1874520"/>
            <a:ext cx="0" cy="374904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27797" y="18745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7797" y="2313432"/>
            <a:ext cx="3103778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7797" y="2441448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Chennai cluster — VIT Chennai, Kelambakkam, Sholinganallur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8127797" y="3099816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onboarding, free tier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8127797" y="3758184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Supply — manual B2B pilot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fastest way to lose a technical evaluator is to claim a finished platform and demo a partially wired one.” — everything above is verifiable in the repository.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4A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— AND WHAT WE’RE VALIDATING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0C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real risks. Five deliberate answers.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476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8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don’t adopt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947672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entry, zero commitment — the first outcome is their own live site.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478024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511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8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wrong output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551176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generation, schema validation, mandatory human approval. Nothing auto-publishes.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081528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8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cold start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154680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surface stays closed until merchant density in one cluster is real.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58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8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adoption is slow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758184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voice first — not another app to install.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361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8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361688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open-weight models for cheap tasks; frontier models only where quality matters.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20095" cy="0"/>
          </a:xfrm>
          <a:prstGeom prst="line">
            <a:avLst/>
          </a:prstGeom>
          <a:noFill/>
          <a:ln w="9525">
            <a:solidFill>
              <a:srgbClr val="D9DA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038344"/>
            <a:ext cx="10820095" cy="685800"/>
          </a:xfrm>
          <a:prstGeom prst="rect">
            <a:avLst/>
          </a:prstGeom>
          <a:solidFill>
            <a:srgbClr val="EC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038344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TECHNOVA for: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on two-sided marketplace sequencing and compliance, incubation space for the first Chennai cluster, and industry introductions for the Supply pilot.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 ·  TECHNOVA 2026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408615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D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70" kern="0" dirty="0">
                <a:solidFill>
                  <a:srgbClr val="8B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small business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local digital network.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69748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8B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identity. One operating layer. One network.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3337560"/>
            <a:ext cx="7985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Locah starts by giving a small business the digital infrastructure it could never justify building alone. When thousands of those businesses become connected, the infrastructure becomes a network.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84648" y="4526280"/>
            <a:ext cx="1828800" cy="0"/>
          </a:xfrm>
          <a:prstGeom prst="line">
            <a:avLst/>
          </a:prstGeom>
          <a:noFill/>
          <a:ln w="9525">
            <a:solidFill>
              <a:srgbClr val="2A2C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7091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LOCAH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5349240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layer between local businesses and the people around them.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Think Tank  ·  Kausik G H  ·  Rithik Raju  ·  Gowtham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2026-09-01T16:50:12Z</dcterms:created>
  <dcterms:modified xsi:type="dcterms:W3CDTF">2026-09-01T16:50:12Z</dcterms:modified>
</cp:coreProperties>
</file>